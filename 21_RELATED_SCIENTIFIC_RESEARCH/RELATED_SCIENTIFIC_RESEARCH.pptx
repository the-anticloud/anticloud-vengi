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Related Scientific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VENGI | Category: VOXELIZATION</a:t>
            </a:r>
          </a:p>
          <a:p>
            <a:r>
              <a:rPr sz="1400"/>
              <a:t>Upstream: https://github.com/nicedoc/vengi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related scientific research for the Anticloud integration of VENGI.</a:t>
            </a:r>
          </a:p>
          <a:p>
            <a:r>
              <a:rPr sz="1400"/>
              <a:t>Voxel engine and editor tools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VENGI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